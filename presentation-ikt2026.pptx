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 Міжнародна науково-технічна конференція  ·  ІКТ-2026  ·  Секція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Гібридний метод статичного аналізу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асимптотичної складності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потоків виконання коду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Киселевич В.В.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Житомирський державний університет імені Івана Франка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Житомир, 2 квітня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Прогалина між статичним аналізом окремих алгоритмів та профілюванням у робочому середовищі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33172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Статичний аналіз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Окремі алгоритми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розгортання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Точний, але локальний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повного коду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331720" cy="2560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383280" y="1920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Складність цілого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потоку виконання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429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першого запуску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233172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Профілювання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24028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система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розгортання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навантаженням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формальних гарантій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786384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Попереднє дослідження: О-велике на рівні модулів архітектури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Приклад: формування фінансового звіту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38912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generateReport(clientId) {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client = await getClient(clientId)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orders = await getOrders(client)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order of orders) {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items = await getItems(order)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calcSubtotal(items)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0" y="1188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 × k)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замовлення,  k — товари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2331720"/>
            <a:ext cx="228600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Профілювання виявить лише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навантаженням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Статичний аналіз потоку вкаже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проблему до запуску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Метод: дерево потоку виконання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794760" y="1143000"/>
            <a:ext cx="155448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94760" y="112471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94760" y="1328166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371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01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5406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77440" y="1920240"/>
            <a:ext cx="1371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90195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105406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155448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019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for...of 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105406"/>
            <a:ext cx="1554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O(m)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-3246120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54480"/>
            <a:ext cx="-1508760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554480"/>
            <a:ext cx="777240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697480"/>
            <a:ext cx="1371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26791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getItems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882646"/>
            <a:ext cx="1371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2697480"/>
            <a:ext cx="146304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6791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calcSubtotal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882646"/>
            <a:ext cx="1463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O(k)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49240" y="2331720"/>
            <a:ext cx="-914400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331720"/>
            <a:ext cx="868680" cy="36576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429000"/>
            <a:ext cx="2926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O(m × k)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60520"/>
            <a:ext cx="786384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агрегації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Послідовність: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max(A, B)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Розгалуження: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worst case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Вкладеність: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Гібридний підхід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Детерміністичний аналіз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на AST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Array.sort → O(n log n),  .map → O(n)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1.0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65760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LLM-аналіз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Зовнішні виклики, DB-запити,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+ контекст → LLM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залежить від консенсусу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786384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 довіри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2801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472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630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94560" y="3429000"/>
            <a:ext cx="12801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4472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3630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49040" y="3429000"/>
            <a:ext cx="128016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472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630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34747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623560" y="3429000"/>
            <a:ext cx="21945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2356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0.67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 довіра всього дерева → fallback: повна переоцінка функції через LLM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Прототип та результати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CLI: flow-complexity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TypeScript  ·  AST через ts-morph  ·  від entry point до кінця потоку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20624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flow-complexity analyze ./src --verbose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 generateReport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getClient          O(1)   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91693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getOrders          O(1)   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1638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for...of orders    O(m)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34107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 getItems       O(k)   [llm: 3/3]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 calcSubtotal   O(k)  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9044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Result: O(m×k)  confidence: 0.87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097280"/>
            <a:ext cx="32918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097280"/>
            <a:ext cx="45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143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12280" y="11887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функцій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протестовано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32918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194560"/>
            <a:ext cx="45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2240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1228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структурні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0" y="3291840"/>
            <a:ext cx="32918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291840"/>
            <a:ext cx="45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33375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12280" y="33832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confidence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786384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Детерміністичний режим: 80% загалом  |  Невизначені випадки позначено як low 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Обмеження та напрями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О-велике не враховує сталих множників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підтримує лише TypeScript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Тестовий набір потребує розширення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LLM-компонент залежить від зовнішнього 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657600" cy="2560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Напрями досліджень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Підтримка інших мов (Java, Python, Go)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в CI/CD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Глибший аналіз рекурсії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Розширення бенчмарку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Висновки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Запропоновано гібридний метод, який заповнює прогалину між оцінкою окремих алгоритмів та профілюванням у робочому середовищі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194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Поєднано детерміністичний аналіз AST з LLM-оцінкою через механізм довіри (multi-run consensus)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демонструє 96% точність при достатній довірі на наборі з 30 функцій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7863840" cy="45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Дякую за увагу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it@loankea.com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Гібридний метод статичного аналізу асимптотичної складності потоків виконання коду</dc:title>
  <dc:subject>PptxGenJS Presentation</dc:subject>
  <dc:creator>Киселевич В.В.</dc:creator>
  <cp:lastModifiedBy>Киселевич В.В.</cp:lastModifiedBy>
  <cp:revision>1</cp:revision>
  <dcterms:created xsi:type="dcterms:W3CDTF">2026-04-01T19:11:59Z</dcterms:created>
  <dcterms:modified xsi:type="dcterms:W3CDTF">2026-04-01T19:11:59Z</dcterms:modified>
</cp:coreProperties>
</file>